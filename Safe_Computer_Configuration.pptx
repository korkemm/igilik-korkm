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Safe Computer Configuration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Mini Project — Computer Software Setup and Security</a:t>
            </a:r>
          </a:p>
          <a:p>
            <a:r>
              <a:t>Igilik Korkem | SW 1-24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Computer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Check CPU, RAM, storage and operating system</a:t>
            </a:r>
          </a:p>
          <a:p>
            <a:r>
              <a:t>• Open Device Manager</a:t>
            </a:r>
          </a:p>
          <a:p>
            <a:r>
              <a:t>• Identify missing, outdated or faulty drivers</a:t>
            </a:r>
          </a:p>
          <a:p>
            <a:r>
              <a:t>• Record problems before changing the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drivers compatible with Windows 11</a:t>
            </a:r>
          </a:p>
          <a:p>
            <a:r>
              <a:t>• Prefer official manufacturer sources</a:t>
            </a:r>
          </a:p>
          <a:p>
            <a:r>
              <a:t>• Install and restart when required</a:t>
            </a:r>
          </a:p>
          <a:p>
            <a:r>
              <a:t>• Verify devices in Device Manager after installation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Office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Install legal office software</a:t>
            </a:r>
          </a:p>
          <a:p>
            <a:r>
              <a:t>• Configure language and save settings</a:t>
            </a:r>
          </a:p>
          <a:p>
            <a:r>
              <a:t>• Test Writer, Calc and Impress</a:t>
            </a:r>
          </a:p>
          <a:p>
            <a:r>
              <a:t>• Create document, spreadsheet and presentation files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Security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Keep Windows security updates enabled</a:t>
            </a:r>
          </a:p>
          <a:p>
            <a:r>
              <a:t>• Use active real-time protection</a:t>
            </a:r>
          </a:p>
          <a:p>
            <a:r>
              <a:t>• Keep security definitions updated</a:t>
            </a:r>
          </a:p>
          <a:p>
            <a:r>
              <a:t>• Keep the firewall enabled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Testing and 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Run a full security scan</a:t>
            </a:r>
          </a:p>
          <a:p>
            <a:r>
              <a:t>• Check device status</a:t>
            </a:r>
          </a:p>
          <a:p>
            <a:r>
              <a:t>• Open all test files</a:t>
            </a:r>
          </a:p>
          <a:p>
            <a:r>
              <a:t>• Record problems, causes, solutions and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Final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professional computer should have:</a:t>
            </a:r>
          </a:p>
          <a:p>
            <a:r>
              <a:t>• Working hardware and drivers</a:t>
            </a:r>
          </a:p>
          <a:p>
            <a:r>
              <a:t>• Configured office applications</a:t>
            </a:r>
          </a:p>
          <a:p>
            <a:r>
              <a:t>• Active security protection</a:t>
            </a:r>
          </a:p>
          <a:p>
            <a:r>
              <a:t>• Current updates</a:t>
            </a:r>
          </a:p>
          <a:p>
            <a:r>
              <a:t>• Documented evidence and test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